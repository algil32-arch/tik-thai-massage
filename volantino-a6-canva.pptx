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3780000" cy="5328000" type="custom"/>
  <p:notesSz cx="5328000" cy="3780000"/>
  <p:defaultTextStyle>
    <a:defPPr>
      <a:defRPr lang="it-IT"/>
    </a:defPPr>
    <a:lvl1pPr marL="0" indent="0">
      <a:defRPr lang="it-IT" sz="10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yout 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79432F" accent2="B48A4D" accent3="29463B" accent4="71645C" accent5="E4D9CA" accent6="F4EEE5" bg1="FFFFFF" bg2="FFFDF8" dk1="30251F" dk2="71645C" folHlink="79432F" hlink="79432F" lt1="FFFFFF" lt2="FFFDF8"/>
  <p:sldLayoutIdLst>
    <p:sldLayoutId id="1" r:id="rId1"/>
  </p:sldLayoutIdLst>
  <p:txStyles>
    <p:titleStyle>
      <a:lvl1pPr algn="ctr">
        <a:defRPr lang="it-IT" sz="2200" b="0">
          <a:latin typeface="Georgia"/>
        </a:defRPr>
      </a:lvl1pPr>
    </p:titleStyle>
    <p:bodyStyle>
      <a:lvl1pPr>
        <a:defRPr lang="it-IT" sz="1000">
          <a:latin typeface="Arial"/>
        </a:defRPr>
      </a:lvl1pPr>
    </p:bodyStyle>
    <p:otherStyle>
      <a:lvl1pPr>
        <a:defRPr lang="it-IT" sz="1000">
          <a:latin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o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fondo crema"/>
          <p:cNvSpPr/>
          <p:nvPr/>
        </p:nvSpPr>
        <p:spPr>
          <a:xfrm>
            <a:off x="0" y="0"/>
            <a:ext cx="3780000" cy="532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3" name="Decorazione circolare"/>
          <p:cNvSpPr/>
          <p:nvPr/>
        </p:nvSpPr>
        <p:spPr>
          <a:xfrm>
            <a:off x="2772000" y="-612000"/>
            <a:ext cx="1692000" cy="1692000"/>
          </a:xfrm>
          <a:prstGeom prst="ellipse">
            <a:avLst/>
          </a:prstGeom>
          <a:noFill/>
          <a:ln w="12000">
            <a:solidFill>
              <a:srgbClr val="EEE6D8"/>
            </a:solidFill>
          </a:ln>
        </p:spPr>
      </p:sp>
      <p:sp>
        <p:nvSpPr>
          <p:cNvPr id="4" name="Decorazione circolare interna"/>
          <p:cNvSpPr/>
          <p:nvPr/>
        </p:nvSpPr>
        <p:spPr>
          <a:xfrm>
            <a:off x="2952000" y="-432000"/>
            <a:ext cx="1332000" cy="1332000"/>
          </a:xfrm>
          <a:prstGeom prst="ellipse">
            <a:avLst/>
          </a:prstGeom>
          <a:noFill/>
          <a:ln w="9000">
            <a:solidFill>
              <a:srgbClr val="F3EDE3"/>
            </a:solidFill>
          </a:ln>
        </p:spPr>
      </p:sp>
      <p:pic>
        <p:nvPicPr>
          <p:cNvPr id="5" name="Logo Thai Tik Mass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00" y="144000"/>
            <a:ext cx="936000" cy="9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ottotitolo"/>
          <p:cNvSpPr txBox="1"/>
          <p:nvPr/>
        </p:nvSpPr>
        <p:spPr>
          <a:xfrm>
            <a:off x="288000" y="1080000"/>
            <a:ext cx="3204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79432F"/>
                </a:solidFill>
                <a:latin typeface="Arial"/>
              </a:rPr>
              <a:t xml:space="preserve">TRADIZIONE THAILANDESE  ·  ROMA</a:t>
            </a:r>
            <a:endParaRPr lang="it-IT" sz="690"/>
          </a:p>
        </p:txBody>
      </p:sp>
      <p:sp>
        <p:nvSpPr>
          <p:cNvPr id="7" name="Titolo promozionale"/>
          <p:cNvSpPr txBox="1"/>
          <p:nvPr/>
        </p:nvSpPr>
        <p:spPr>
          <a:xfrm>
            <a:off x="288000" y="1332000"/>
            <a:ext cx="3204000" cy="61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2150" b="0" dirty="0">
                <a:solidFill>
                  <a:srgbClr val="30251F"/>
                </a:solidFill>
                <a:latin typeface="Georgia"/>
              </a:rPr>
              <a:t xml:space="preserve">Il tuo momento</a:t>
            </a:r>
            <a:endParaRPr lang="it-IT" sz="2150"/>
          </a:p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2150" b="0" dirty="0">
                <a:solidFill>
                  <a:srgbClr val="30251F"/>
                </a:solidFill>
                <a:latin typeface="Georgia"/>
              </a:rPr>
              <a:t xml:space="preserve">di benessere.</a:t>
            </a:r>
            <a:endParaRPr lang="it-IT" sz="2150"/>
          </a:p>
        </p:txBody>
      </p:sp>
      <p:sp>
        <p:nvSpPr>
          <p:cNvPr id="8" name="Descrizione"/>
          <p:cNvSpPr txBox="1"/>
          <p:nvPr/>
        </p:nvSpPr>
        <p:spPr>
          <a:xfrm>
            <a:off x="360000" y="2016000"/>
            <a:ext cx="306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900" b="0" dirty="0">
                <a:solidFill>
                  <a:srgbClr val="71645C"/>
                </a:solidFill>
                <a:latin typeface="Arial"/>
              </a:rPr>
              <a:t xml:space="preserve">Rallenta, respira, ritrova il tuo equilibrio</a:t>
            </a:r>
            <a:endParaRPr lang="it-IT" sz="900"/>
          </a:p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900" b="0" dirty="0">
                <a:solidFill>
                  <a:srgbClr val="71645C"/>
                </a:solidFill>
                <a:latin typeface="Arial"/>
              </a:rPr>
              <a:t xml:space="preserve">con un trattamento scelto intorno a te.</a:t>
            </a:r>
            <a:endParaRPr lang="it-IT" sz="900"/>
          </a:p>
        </p:txBody>
      </p:sp>
      <p:sp>
        <p:nvSpPr>
          <p:cNvPr id="9" name="Linea decorativa"/>
          <p:cNvSpPr/>
          <p:nvPr/>
        </p:nvSpPr>
        <p:spPr>
          <a:xfrm>
            <a:off x="288000" y="2592000"/>
            <a:ext cx="3204000" cy="21600"/>
          </a:xfrm>
          <a:prstGeom prst="rect">
            <a:avLst/>
          </a:prstGeom>
          <a:solidFill>
            <a:srgbClr val="B48A4D"/>
          </a:solidFill>
          <a:ln>
            <a:noFill/>
          </a:ln>
        </p:spPr>
      </p:sp>
      <p:sp>
        <p:nvSpPr>
          <p:cNvPr id="10" name="Riquadro Thai tradizionale"/>
          <p:cNvSpPr/>
          <p:nvPr/>
        </p:nvSpPr>
        <p:spPr>
          <a:xfrm>
            <a:off x="288000" y="2772000"/>
            <a:ext cx="1548000" cy="342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11" name="Trattamento Thai tradizionale"/>
          <p:cNvSpPr txBox="1"/>
          <p:nvPr/>
        </p:nvSpPr>
        <p:spPr>
          <a:xfrm>
            <a:off x="360000" y="2808000"/>
            <a:ext cx="14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30251F"/>
                </a:solidFill>
                <a:latin typeface="Arial"/>
              </a:rPr>
              <a:t xml:space="preserve">•  Thai tradizionale</a:t>
            </a:r>
            <a:endParaRPr lang="it-IT" sz="690"/>
          </a:p>
        </p:txBody>
      </p:sp>
      <p:sp>
        <p:nvSpPr>
          <p:cNvPr id="12" name="Riquadro Deep Tissue sportivo"/>
          <p:cNvSpPr/>
          <p:nvPr/>
        </p:nvSpPr>
        <p:spPr>
          <a:xfrm>
            <a:off x="1944000" y="2772000"/>
            <a:ext cx="1548000" cy="342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13" name="Trattamento Deep Tissue sportivo"/>
          <p:cNvSpPr txBox="1"/>
          <p:nvPr/>
        </p:nvSpPr>
        <p:spPr>
          <a:xfrm>
            <a:off x="2016000" y="2808000"/>
            <a:ext cx="14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30251F"/>
                </a:solidFill>
                <a:latin typeface="Arial"/>
              </a:rPr>
              <a:t xml:space="preserve">•  Deep Tissue sportivo</a:t>
            </a:r>
            <a:endParaRPr lang="it-IT" sz="690"/>
          </a:p>
        </p:txBody>
      </p:sp>
      <p:sp>
        <p:nvSpPr>
          <p:cNvPr id="14" name="Riquadro Oli e aromaterapia"/>
          <p:cNvSpPr/>
          <p:nvPr/>
        </p:nvSpPr>
        <p:spPr>
          <a:xfrm>
            <a:off x="288000" y="3204000"/>
            <a:ext cx="1548000" cy="342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15" name="Trattamento Oli e aromaterapia"/>
          <p:cNvSpPr txBox="1"/>
          <p:nvPr/>
        </p:nvSpPr>
        <p:spPr>
          <a:xfrm>
            <a:off x="360000" y="3240000"/>
            <a:ext cx="14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30251F"/>
                </a:solidFill>
                <a:latin typeface="Arial"/>
              </a:rPr>
              <a:t xml:space="preserve">•  Oli e aromaterapia</a:t>
            </a:r>
            <a:endParaRPr lang="it-IT" sz="690"/>
          </a:p>
        </p:txBody>
      </p:sp>
      <p:sp>
        <p:nvSpPr>
          <p:cNvPr id="16" name="Riquadro Tok Sen Massage"/>
          <p:cNvSpPr/>
          <p:nvPr/>
        </p:nvSpPr>
        <p:spPr>
          <a:xfrm>
            <a:off x="1944000" y="3204000"/>
            <a:ext cx="1548000" cy="342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17" name="Trattamento Tok Sen Massage"/>
          <p:cNvSpPr txBox="1"/>
          <p:nvPr/>
        </p:nvSpPr>
        <p:spPr>
          <a:xfrm>
            <a:off x="2016000" y="3240000"/>
            <a:ext cx="14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30251F"/>
                </a:solidFill>
                <a:latin typeface="Arial"/>
              </a:rPr>
              <a:t xml:space="preserve">•  Tok Sen Massage</a:t>
            </a:r>
            <a:endParaRPr lang="it-IT" sz="690"/>
          </a:p>
        </p:txBody>
      </p:sp>
      <p:sp>
        <p:nvSpPr>
          <p:cNvPr id="18" name="Riquadro Foot Massage"/>
          <p:cNvSpPr/>
          <p:nvPr/>
        </p:nvSpPr>
        <p:spPr>
          <a:xfrm>
            <a:off x="288000" y="3636000"/>
            <a:ext cx="1548000" cy="342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19" name="Trattamento Foot Massage"/>
          <p:cNvSpPr txBox="1"/>
          <p:nvPr/>
        </p:nvSpPr>
        <p:spPr>
          <a:xfrm>
            <a:off x="360000" y="3672000"/>
            <a:ext cx="14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18000" rIns="18000" tIns="18000" bIns="1800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1" dirty="0">
                <a:solidFill>
                  <a:srgbClr val="30251F"/>
                </a:solidFill>
                <a:latin typeface="Arial"/>
              </a:rPr>
              <a:t xml:space="preserve">•  Foot Massage</a:t>
            </a:r>
            <a:endParaRPr lang="it-IT" sz="690"/>
          </a:p>
        </p:txBody>
      </p:sp>
      <p:sp>
        <p:nvSpPr>
          <p:cNvPr id="20" name="Invito a prenotare"/>
          <p:cNvSpPr/>
          <p:nvPr/>
        </p:nvSpPr>
        <p:spPr>
          <a:xfrm>
            <a:off x="288000" y="4176000"/>
            <a:ext cx="3204000" cy="648000"/>
          </a:xfrm>
          <a:prstGeom prst="rect">
            <a:avLst/>
          </a:prstGeom>
          <a:solidFill>
            <a:srgbClr val="29463B"/>
          </a:solidFill>
          <a:ln>
            <a:noFill/>
          </a:ln>
        </p:spPr>
      </p:sp>
      <p:sp>
        <p:nvSpPr>
          <p:cNvPr id="21" name="Messaggio promozionale"/>
          <p:cNvSpPr txBox="1"/>
          <p:nvPr/>
        </p:nvSpPr>
        <p:spPr>
          <a:xfrm>
            <a:off x="360000" y="4248000"/>
            <a:ext cx="306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1300" b="0" dirty="0">
                <a:solidFill>
                  <a:srgbClr val="FFFDF8"/>
                </a:solidFill>
                <a:latin typeface="Georgia"/>
              </a:rPr>
              <a:t xml:space="preserve">Concediti una pausa.</a:t>
            </a:r>
            <a:endParaRPr lang="it-IT" sz="1300"/>
          </a:p>
        </p:txBody>
      </p:sp>
      <p:sp>
        <p:nvSpPr>
          <p:cNvPr id="22" name="Sedi su appuntamento"/>
          <p:cNvSpPr txBox="1"/>
          <p:nvPr/>
        </p:nvSpPr>
        <p:spPr>
          <a:xfrm>
            <a:off x="396000" y="4500000"/>
            <a:ext cx="2988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740" b="0" dirty="0">
                <a:solidFill>
                  <a:srgbClr val="FFFDF8"/>
                </a:solidFill>
                <a:latin typeface="Arial"/>
              </a:rPr>
              <a:t xml:space="preserve">Su appuntamento a Prati e Monte Sacro.</a:t>
            </a:r>
            <a:endParaRPr lang="it-IT" sz="740"/>
          </a:p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700" b="0" dirty="0">
                <a:solidFill>
                  <a:srgbClr val="FFFDF8"/>
                </a:solidFill>
                <a:latin typeface="Arial"/>
              </a:rPr>
              <a:t xml:space="preserve">Scegli il trattamento e prenota il tuo momento.</a:t>
            </a:r>
            <a:endParaRPr lang="it-IT" sz="700"/>
          </a:p>
        </p:txBody>
      </p:sp>
      <p:sp>
        <p:nvSpPr>
          <p:cNvPr id="23" name="Contatti per prenotazione"/>
          <p:cNvSpPr txBox="1"/>
          <p:nvPr/>
        </p:nvSpPr>
        <p:spPr>
          <a:xfrm>
            <a:off x="288000" y="4932000"/>
            <a:ext cx="3204000" cy="32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710" b="1" dirty="0">
                <a:solidFill>
                  <a:srgbClr val="30251F"/>
                </a:solidFill>
                <a:latin typeface="Arial"/>
              </a:rPr>
              <a:t xml:space="preserve">PRENOTA ONLINE  ·  thaitikmassage.it</a:t>
            </a:r>
            <a:endParaRPr lang="it-IT" sz="710"/>
          </a:p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650" b="0" dirty="0">
                <a:solidFill>
                  <a:srgbClr val="30251F"/>
                </a:solidFill>
                <a:latin typeface="Arial"/>
              </a:rPr>
              <a:t xml:space="preserve">WhatsApp: wa.me/message/4ZL65LROJWHFI1</a:t>
            </a:r>
            <a:endParaRPr lang="it-IT" sz="650"/>
          </a:p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700" b="1" dirty="0">
                <a:solidFill>
                  <a:srgbClr val="30251F"/>
                </a:solidFill>
                <a:latin typeface="Arial"/>
              </a:rPr>
              <a:t xml:space="preserve">info@thaitikmassage.it</a:t>
            </a:r>
            <a:endParaRPr lang="it-IT"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fondo crema"/>
          <p:cNvSpPr/>
          <p:nvPr/>
        </p:nvSpPr>
        <p:spPr>
          <a:xfrm>
            <a:off x="0" y="0"/>
            <a:ext cx="3780000" cy="532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3" name="Decorazione circolare"/>
          <p:cNvSpPr/>
          <p:nvPr/>
        </p:nvSpPr>
        <p:spPr>
          <a:xfrm>
            <a:off x="2772000" y="-612000"/>
            <a:ext cx="1692000" cy="1692000"/>
          </a:xfrm>
          <a:prstGeom prst="ellipse">
            <a:avLst/>
          </a:prstGeom>
          <a:noFill/>
          <a:ln w="12000">
            <a:solidFill>
              <a:srgbClr val="EEE6D8"/>
            </a:solidFill>
          </a:ln>
        </p:spPr>
      </p:sp>
      <p:sp>
        <p:nvSpPr>
          <p:cNvPr id="4" name="Decorazione circolare interna"/>
          <p:cNvSpPr/>
          <p:nvPr/>
        </p:nvSpPr>
        <p:spPr>
          <a:xfrm>
            <a:off x="2952000" y="-432000"/>
            <a:ext cx="1332000" cy="1332000"/>
          </a:xfrm>
          <a:prstGeom prst="ellipse">
            <a:avLst/>
          </a:prstGeom>
          <a:noFill/>
          <a:ln w="9000">
            <a:solidFill>
              <a:srgbClr val="F3EDE3"/>
            </a:solidFill>
          </a:ln>
        </p:spPr>
      </p:sp>
      <p:sp>
        <p:nvSpPr>
          <p:cNvPr id="5" name="Marchio"/>
          <p:cNvSpPr txBox="1"/>
          <p:nvPr/>
        </p:nvSpPr>
        <p:spPr>
          <a:xfrm>
            <a:off x="288000" y="252000"/>
            <a:ext cx="3204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80" b="1" dirty="0">
                <a:solidFill>
                  <a:srgbClr val="79432F"/>
                </a:solidFill>
                <a:latin typeface="Arial"/>
              </a:rPr>
              <a:t xml:space="preserve">THAI TIK MASSAGE  ·  ROMA</a:t>
            </a:r>
            <a:endParaRPr lang="it-IT" sz="680"/>
          </a:p>
        </p:txBody>
      </p:sp>
      <p:sp>
        <p:nvSpPr>
          <p:cNvPr id="6" name="Titolo listino"/>
          <p:cNvSpPr txBox="1"/>
          <p:nvPr/>
        </p:nvSpPr>
        <p:spPr>
          <a:xfrm>
            <a:off x="288000" y="468000"/>
            <a:ext cx="320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1500" b="0" dirty="0">
                <a:solidFill>
                  <a:srgbClr val="79432F"/>
                </a:solidFill>
                <a:latin typeface="Georgia"/>
              </a:rPr>
              <a:t xml:space="preserve">Scegli il tuo trattamento</a:t>
            </a:r>
            <a:endParaRPr lang="it-IT" sz="1500"/>
          </a:p>
        </p:txBody>
      </p:sp>
      <p:sp>
        <p:nvSpPr>
          <p:cNvPr id="7" name="Prezzo Thai tradizionale · 60 min"/>
          <p:cNvSpPr txBox="1"/>
          <p:nvPr/>
        </p:nvSpPr>
        <p:spPr>
          <a:xfrm>
            <a:off x="360000" y="7974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Thai tradizionale · 60 min</a:t>
            </a:r>
            <a:endParaRPr lang="it-IT" sz="690"/>
          </a:p>
        </p:txBody>
      </p:sp>
      <p:sp>
        <p:nvSpPr>
          <p:cNvPr id="8" name="Importo Thai tradizionale · 60 min"/>
          <p:cNvSpPr txBox="1"/>
          <p:nvPr/>
        </p:nvSpPr>
        <p:spPr>
          <a:xfrm>
            <a:off x="2844000" y="7974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60 €</a:t>
            </a:r>
            <a:endParaRPr lang="it-IT" sz="720"/>
          </a:p>
        </p:txBody>
      </p:sp>
      <p:sp>
        <p:nvSpPr>
          <p:cNvPr id="9" name="Separatore prezzi"/>
          <p:cNvSpPr/>
          <p:nvPr/>
        </p:nvSpPr>
        <p:spPr>
          <a:xfrm>
            <a:off x="288000" y="9720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10" name="Riga Thai tradizionale · 90 min"/>
          <p:cNvSpPr/>
          <p:nvPr/>
        </p:nvSpPr>
        <p:spPr>
          <a:xfrm>
            <a:off x="288000" y="975600"/>
            <a:ext cx="3204000" cy="181800"/>
          </a:xfrm>
          <a:prstGeom prst="rect">
            <a:avLst/>
          </a:prstGeom>
          <a:solidFill>
            <a:srgbClr val="F4EEE5"/>
          </a:solidFill>
          <a:ln>
            <a:noFill/>
          </a:ln>
        </p:spPr>
      </p:sp>
      <p:sp>
        <p:nvSpPr>
          <p:cNvPr id="11" name="Prezzo Thai tradizionale · 90 min"/>
          <p:cNvSpPr txBox="1"/>
          <p:nvPr/>
        </p:nvSpPr>
        <p:spPr>
          <a:xfrm>
            <a:off x="360000" y="9810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Thai tradizionale · 90 min</a:t>
            </a:r>
            <a:endParaRPr lang="it-IT" sz="690"/>
          </a:p>
        </p:txBody>
      </p:sp>
      <p:sp>
        <p:nvSpPr>
          <p:cNvPr id="12" name="Importo Thai tradizionale · 90 min"/>
          <p:cNvSpPr txBox="1"/>
          <p:nvPr/>
        </p:nvSpPr>
        <p:spPr>
          <a:xfrm>
            <a:off x="2844000" y="981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80 €</a:t>
            </a:r>
            <a:endParaRPr lang="it-IT" sz="720"/>
          </a:p>
        </p:txBody>
      </p:sp>
      <p:sp>
        <p:nvSpPr>
          <p:cNvPr id="13" name="Separatore prezzi"/>
          <p:cNvSpPr/>
          <p:nvPr/>
        </p:nvSpPr>
        <p:spPr>
          <a:xfrm>
            <a:off x="288000" y="11556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14" name="Prezzo Sportivo Deep Tissue · 60 min"/>
          <p:cNvSpPr txBox="1"/>
          <p:nvPr/>
        </p:nvSpPr>
        <p:spPr>
          <a:xfrm>
            <a:off x="360000" y="11646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Sportivo Deep Tissue · 60 min</a:t>
            </a:r>
            <a:endParaRPr lang="it-IT" sz="690"/>
          </a:p>
        </p:txBody>
      </p:sp>
      <p:sp>
        <p:nvSpPr>
          <p:cNvPr id="15" name="Importo Sportivo Deep Tissue · 60 min"/>
          <p:cNvSpPr txBox="1"/>
          <p:nvPr/>
        </p:nvSpPr>
        <p:spPr>
          <a:xfrm>
            <a:off x="2844000" y="11646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60 €</a:t>
            </a:r>
            <a:endParaRPr lang="it-IT" sz="720"/>
          </a:p>
        </p:txBody>
      </p:sp>
      <p:sp>
        <p:nvSpPr>
          <p:cNvPr id="16" name="Separatore prezzi"/>
          <p:cNvSpPr/>
          <p:nvPr/>
        </p:nvSpPr>
        <p:spPr>
          <a:xfrm>
            <a:off x="288000" y="13392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17" name="Riga Oli e aromaterapia · 60 min"/>
          <p:cNvSpPr/>
          <p:nvPr/>
        </p:nvSpPr>
        <p:spPr>
          <a:xfrm>
            <a:off x="288000" y="1342800"/>
            <a:ext cx="3204000" cy="181800"/>
          </a:xfrm>
          <a:prstGeom prst="rect">
            <a:avLst/>
          </a:prstGeom>
          <a:solidFill>
            <a:srgbClr val="F4EEE5"/>
          </a:solidFill>
          <a:ln>
            <a:noFill/>
          </a:ln>
        </p:spPr>
      </p:sp>
      <p:sp>
        <p:nvSpPr>
          <p:cNvPr id="18" name="Prezzo Oli e aromaterapia · 60 min"/>
          <p:cNvSpPr txBox="1"/>
          <p:nvPr/>
        </p:nvSpPr>
        <p:spPr>
          <a:xfrm>
            <a:off x="360000" y="13482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Oli e aromaterapia · 60 min</a:t>
            </a:r>
            <a:endParaRPr lang="it-IT" sz="690"/>
          </a:p>
        </p:txBody>
      </p:sp>
      <p:sp>
        <p:nvSpPr>
          <p:cNvPr id="19" name="Importo Oli e aromaterapia · 60 min"/>
          <p:cNvSpPr txBox="1"/>
          <p:nvPr/>
        </p:nvSpPr>
        <p:spPr>
          <a:xfrm>
            <a:off x="2844000" y="13482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60 €</a:t>
            </a:r>
            <a:endParaRPr lang="it-IT" sz="720"/>
          </a:p>
        </p:txBody>
      </p:sp>
      <p:sp>
        <p:nvSpPr>
          <p:cNvPr id="20" name="Separatore prezzi"/>
          <p:cNvSpPr/>
          <p:nvPr/>
        </p:nvSpPr>
        <p:spPr>
          <a:xfrm>
            <a:off x="288000" y="15228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21" name="Prezzo Oli e aromaterapia · 90 min"/>
          <p:cNvSpPr txBox="1"/>
          <p:nvPr/>
        </p:nvSpPr>
        <p:spPr>
          <a:xfrm>
            <a:off x="360000" y="15318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Oli e aromaterapia · 90 min</a:t>
            </a:r>
            <a:endParaRPr lang="it-IT" sz="690"/>
          </a:p>
        </p:txBody>
      </p:sp>
      <p:sp>
        <p:nvSpPr>
          <p:cNvPr id="22" name="Importo Oli e aromaterapia · 90 min"/>
          <p:cNvSpPr txBox="1"/>
          <p:nvPr/>
        </p:nvSpPr>
        <p:spPr>
          <a:xfrm>
            <a:off x="2844000" y="15318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80 €</a:t>
            </a:r>
            <a:endParaRPr lang="it-IT" sz="720"/>
          </a:p>
        </p:txBody>
      </p:sp>
      <p:sp>
        <p:nvSpPr>
          <p:cNvPr id="23" name="Separatore prezzi"/>
          <p:cNvSpPr/>
          <p:nvPr/>
        </p:nvSpPr>
        <p:spPr>
          <a:xfrm>
            <a:off x="288000" y="17064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24" name="Riga Oli e aromaterapia · 120 min"/>
          <p:cNvSpPr/>
          <p:nvPr/>
        </p:nvSpPr>
        <p:spPr>
          <a:xfrm>
            <a:off x="288000" y="1710000"/>
            <a:ext cx="3204000" cy="181800"/>
          </a:xfrm>
          <a:prstGeom prst="rect">
            <a:avLst/>
          </a:prstGeom>
          <a:solidFill>
            <a:srgbClr val="F4EEE5"/>
          </a:solidFill>
          <a:ln>
            <a:noFill/>
          </a:ln>
        </p:spPr>
      </p:sp>
      <p:sp>
        <p:nvSpPr>
          <p:cNvPr id="25" name="Prezzo Oli e aromaterapia · 120 min"/>
          <p:cNvSpPr txBox="1"/>
          <p:nvPr/>
        </p:nvSpPr>
        <p:spPr>
          <a:xfrm>
            <a:off x="360000" y="17154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Oli e aromaterapia · 120 min</a:t>
            </a:r>
            <a:endParaRPr lang="it-IT" sz="690"/>
          </a:p>
        </p:txBody>
      </p:sp>
      <p:sp>
        <p:nvSpPr>
          <p:cNvPr id="26" name="Importo Oli e aromaterapia · 120 min"/>
          <p:cNvSpPr txBox="1"/>
          <p:nvPr/>
        </p:nvSpPr>
        <p:spPr>
          <a:xfrm>
            <a:off x="2844000" y="17154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100 €</a:t>
            </a:r>
            <a:endParaRPr lang="it-IT" sz="720"/>
          </a:p>
        </p:txBody>
      </p:sp>
      <p:sp>
        <p:nvSpPr>
          <p:cNvPr id="27" name="Separatore prezzi"/>
          <p:cNvSpPr/>
          <p:nvPr/>
        </p:nvSpPr>
        <p:spPr>
          <a:xfrm>
            <a:off x="288000" y="18900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28" name="Prezzo Tok Sen Massage · 60 min"/>
          <p:cNvSpPr txBox="1"/>
          <p:nvPr/>
        </p:nvSpPr>
        <p:spPr>
          <a:xfrm>
            <a:off x="360000" y="18990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Tok Sen Massage · 60 min</a:t>
            </a:r>
            <a:endParaRPr lang="it-IT" sz="690"/>
          </a:p>
        </p:txBody>
      </p:sp>
      <p:sp>
        <p:nvSpPr>
          <p:cNvPr id="29" name="Importo Tok Sen Massage · 60 min"/>
          <p:cNvSpPr txBox="1"/>
          <p:nvPr/>
        </p:nvSpPr>
        <p:spPr>
          <a:xfrm>
            <a:off x="2844000" y="1899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70 €</a:t>
            </a:r>
            <a:endParaRPr lang="it-IT" sz="720"/>
          </a:p>
        </p:txBody>
      </p:sp>
      <p:sp>
        <p:nvSpPr>
          <p:cNvPr id="30" name="Separatore prezzi"/>
          <p:cNvSpPr/>
          <p:nvPr/>
        </p:nvSpPr>
        <p:spPr>
          <a:xfrm>
            <a:off x="288000" y="20736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31" name="Riga Foot Massage Express · 30 min"/>
          <p:cNvSpPr/>
          <p:nvPr/>
        </p:nvSpPr>
        <p:spPr>
          <a:xfrm>
            <a:off x="288000" y="2077200"/>
            <a:ext cx="3204000" cy="181800"/>
          </a:xfrm>
          <a:prstGeom prst="rect">
            <a:avLst/>
          </a:prstGeom>
          <a:solidFill>
            <a:srgbClr val="F4EEE5"/>
          </a:solidFill>
          <a:ln>
            <a:noFill/>
          </a:ln>
        </p:spPr>
      </p:sp>
      <p:sp>
        <p:nvSpPr>
          <p:cNvPr id="32" name="Prezzo Foot Massage Express · 30 min"/>
          <p:cNvSpPr txBox="1"/>
          <p:nvPr/>
        </p:nvSpPr>
        <p:spPr>
          <a:xfrm>
            <a:off x="360000" y="20826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Foot Massage Express · 30 min</a:t>
            </a:r>
            <a:endParaRPr lang="it-IT" sz="690"/>
          </a:p>
        </p:txBody>
      </p:sp>
      <p:sp>
        <p:nvSpPr>
          <p:cNvPr id="33" name="Importo Foot Massage Express · 30 min"/>
          <p:cNvSpPr txBox="1"/>
          <p:nvPr/>
        </p:nvSpPr>
        <p:spPr>
          <a:xfrm>
            <a:off x="2844000" y="20826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35 €</a:t>
            </a:r>
            <a:endParaRPr lang="it-IT" sz="720"/>
          </a:p>
        </p:txBody>
      </p:sp>
      <p:sp>
        <p:nvSpPr>
          <p:cNvPr id="34" name="Separatore prezzi"/>
          <p:cNvSpPr/>
          <p:nvPr/>
        </p:nvSpPr>
        <p:spPr>
          <a:xfrm>
            <a:off x="288000" y="22572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35" name="Prezzo Foot Massage Completo · 60 min"/>
          <p:cNvSpPr txBox="1"/>
          <p:nvPr/>
        </p:nvSpPr>
        <p:spPr>
          <a:xfrm>
            <a:off x="360000" y="2266200"/>
            <a:ext cx="252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90" b="0" dirty="0">
                <a:solidFill>
                  <a:srgbClr val="30251F"/>
                </a:solidFill>
                <a:latin typeface="Arial"/>
              </a:rPr>
              <a:t xml:space="preserve">Foot Massage Completo · 60 min</a:t>
            </a:r>
            <a:endParaRPr lang="it-IT" sz="690"/>
          </a:p>
        </p:txBody>
      </p:sp>
      <p:sp>
        <p:nvSpPr>
          <p:cNvPr id="36" name="Importo Foot Massage Completo · 60 min"/>
          <p:cNvSpPr txBox="1"/>
          <p:nvPr/>
        </p:nvSpPr>
        <p:spPr>
          <a:xfrm>
            <a:off x="2844000" y="22662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</a:pPr>
            <a:r>
              <a:rPr lang="it-IT" sz="720" b="1" dirty="0">
                <a:solidFill>
                  <a:srgbClr val="79432F"/>
                </a:solidFill>
                <a:latin typeface="Arial"/>
              </a:rPr>
              <a:t xml:space="preserve">50 €</a:t>
            </a:r>
            <a:endParaRPr lang="it-IT" sz="720"/>
          </a:p>
        </p:txBody>
      </p:sp>
      <p:sp>
        <p:nvSpPr>
          <p:cNvPr id="37" name="Separatore prezzi"/>
          <p:cNvSpPr/>
          <p:nvPr/>
        </p:nvSpPr>
        <p:spPr>
          <a:xfrm>
            <a:off x="288000" y="2440800"/>
            <a:ext cx="3204000" cy="6480"/>
          </a:xfrm>
          <a:prstGeom prst="rect">
            <a:avLst/>
          </a:prstGeom>
          <a:solidFill>
            <a:srgbClr val="E4D9CA"/>
          </a:solidFill>
          <a:ln>
            <a:noFill/>
          </a:ln>
        </p:spPr>
      </p:sp>
      <p:sp>
        <p:nvSpPr>
          <p:cNvPr id="38" name="Titolo sedi"/>
          <p:cNvSpPr txBox="1"/>
          <p:nvPr/>
        </p:nvSpPr>
        <p:spPr>
          <a:xfrm>
            <a:off x="288000" y="2520000"/>
            <a:ext cx="320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1500" b="0" dirty="0">
                <a:solidFill>
                  <a:srgbClr val="79432F"/>
                </a:solidFill>
                <a:latin typeface="Georgia"/>
              </a:rPr>
              <a:t xml:space="preserve">Due sedi a Roma</a:t>
            </a:r>
            <a:endParaRPr lang="it-IT" sz="1500"/>
          </a:p>
        </p:txBody>
      </p:sp>
      <p:sp>
        <p:nvSpPr>
          <p:cNvPr id="39" name="Sede PRATI · Barbiere Prati"/>
          <p:cNvSpPr/>
          <p:nvPr/>
        </p:nvSpPr>
        <p:spPr>
          <a:xfrm>
            <a:off x="288000" y="2844000"/>
            <a:ext cx="1548000" cy="648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40" name="Nome sede PRATI · Barbiere Prati"/>
          <p:cNvSpPr txBox="1"/>
          <p:nvPr/>
        </p:nvSpPr>
        <p:spPr>
          <a:xfrm>
            <a:off x="360000" y="2880000"/>
            <a:ext cx="1404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20" b="1" dirty="0">
                <a:solidFill>
                  <a:srgbClr val="29463B"/>
                </a:solidFill>
                <a:latin typeface="Arial"/>
              </a:rPr>
              <a:t xml:space="preserve">PRATI · Barbiere Prati</a:t>
            </a:r>
            <a:endParaRPr lang="it-IT" sz="620"/>
          </a:p>
        </p:txBody>
      </p:sp>
      <p:sp>
        <p:nvSpPr>
          <p:cNvPr id="41" name="Indirizzo PRATI · Barbiere Prati"/>
          <p:cNvSpPr txBox="1"/>
          <p:nvPr/>
        </p:nvSpPr>
        <p:spPr>
          <a:xfrm>
            <a:off x="360000" y="3078000"/>
            <a:ext cx="1404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10" b="0" dirty="0">
                <a:solidFill>
                  <a:srgbClr val="30251F"/>
                </a:solidFill>
                <a:latin typeface="Arial"/>
              </a:rPr>
              <a:t xml:space="preserve">Via Giuseppe Gioachino Belli 1</a:t>
            </a:r>
            <a:endParaRPr lang="it-IT" sz="610"/>
          </a:p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10" b="0" dirty="0">
                <a:solidFill>
                  <a:srgbClr val="30251F"/>
                </a:solidFill>
                <a:latin typeface="Arial"/>
              </a:rPr>
              <a:t xml:space="preserve">00193 Roma</a:t>
            </a:r>
            <a:endParaRPr lang="it-IT" sz="610"/>
          </a:p>
        </p:txBody>
      </p:sp>
      <p:sp>
        <p:nvSpPr>
          <p:cNvPr id="42" name="Sede Monte Sacro · Jaqueline"/>
          <p:cNvSpPr/>
          <p:nvPr/>
        </p:nvSpPr>
        <p:spPr>
          <a:xfrm>
            <a:off x="1944000" y="2844000"/>
            <a:ext cx="1548000" cy="648000"/>
          </a:xfrm>
          <a:prstGeom prst="rect">
            <a:avLst/>
          </a:prstGeom>
          <a:solidFill>
            <a:srgbClr val="F4EEE5"/>
          </a:solidFill>
          <a:ln w="12700">
            <a:solidFill>
              <a:srgbClr val="E4D9CA"/>
            </a:solidFill>
          </a:ln>
        </p:spPr>
      </p:sp>
      <p:sp>
        <p:nvSpPr>
          <p:cNvPr id="43" name="Nome sede Monte Sacro · Jaqueline"/>
          <p:cNvSpPr txBox="1"/>
          <p:nvPr/>
        </p:nvSpPr>
        <p:spPr>
          <a:xfrm>
            <a:off x="2016000" y="2880000"/>
            <a:ext cx="1404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570" b="1" dirty="0">
                <a:solidFill>
                  <a:srgbClr val="29463B"/>
                </a:solidFill>
                <a:latin typeface="Arial"/>
              </a:rPr>
              <a:t xml:space="preserve">Monte Sacro · Jaqueline</a:t>
            </a:r>
            <a:endParaRPr lang="it-IT" sz="570"/>
          </a:p>
        </p:txBody>
      </p:sp>
      <p:sp>
        <p:nvSpPr>
          <p:cNvPr id="44" name="Indirizzo Monte Sacro · Jaqueline"/>
          <p:cNvSpPr txBox="1"/>
          <p:nvPr/>
        </p:nvSpPr>
        <p:spPr>
          <a:xfrm>
            <a:off x="2016000" y="3078000"/>
            <a:ext cx="1404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10" b="0" dirty="0">
                <a:solidFill>
                  <a:srgbClr val="30251F"/>
                </a:solidFill>
                <a:latin typeface="Arial"/>
              </a:rPr>
              <a:t xml:space="preserve">Massaggi APS</a:t>
            </a:r>
            <a:endParaRPr lang="it-IT" sz="610"/>
          </a:p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10" b="0" dirty="0">
                <a:solidFill>
                  <a:srgbClr val="30251F"/>
                </a:solidFill>
                <a:latin typeface="Arial"/>
              </a:rPr>
              <a:t xml:space="preserve">Via Valle Borbera 51</a:t>
            </a:r>
            <a:endParaRPr lang="it-IT" sz="610"/>
          </a:p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610" b="0" dirty="0">
                <a:solidFill>
                  <a:srgbClr val="30251F"/>
                </a:solidFill>
                <a:latin typeface="Arial"/>
              </a:rPr>
              <a:t xml:space="preserve">Monte Sacro, Roma</a:t>
            </a:r>
            <a:endParaRPr lang="it-IT" sz="610"/>
          </a:p>
        </p:txBody>
      </p:sp>
      <p:sp>
        <p:nvSpPr>
          <p:cNvPr id="45" name="Nota sulla quota associativa"/>
          <p:cNvSpPr txBox="1"/>
          <p:nvPr/>
        </p:nvSpPr>
        <p:spPr>
          <a:xfrm>
            <a:off x="288000" y="3528000"/>
            <a:ext cx="3204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550" b="0" dirty="0">
                <a:solidFill>
                  <a:srgbClr val="71645C"/>
                </a:solidFill>
                <a:latin typeface="Arial"/>
              </a:rPr>
              <a:t xml:space="preserve">Monte Sacro: per accedere è richiesta l’adesione ad APS Jaqueline e la quota</a:t>
            </a:r>
            <a:endParaRPr lang="it-IT" sz="550"/>
          </a:p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550" b="0" dirty="0">
                <a:solidFill>
                  <a:srgbClr val="71645C"/>
                </a:solidFill>
                <a:latin typeface="Arial"/>
              </a:rPr>
              <a:t xml:space="preserve">associativa annuale di 15 €, non inclusa nei prezzi. Verifica i dettagli</a:t>
            </a:r>
            <a:endParaRPr lang="it-IT" sz="550"/>
          </a:p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it-IT" sz="550" b="0" dirty="0">
                <a:solidFill>
                  <a:srgbClr val="71645C"/>
                </a:solidFill>
                <a:latin typeface="Arial"/>
              </a:rPr>
              <a:t xml:space="preserve">con l’associazione prima dell’appuntamento.</a:t>
            </a:r>
            <a:endParaRPr lang="it-IT" sz="550"/>
          </a:p>
        </p:txBody>
      </p:sp>
      <p:sp>
        <p:nvSpPr>
          <p:cNvPr id="46" name="Barra informazioni e prenotazioni"/>
          <p:cNvSpPr/>
          <p:nvPr/>
        </p:nvSpPr>
        <p:spPr>
          <a:xfrm>
            <a:off x="288000" y="4284000"/>
            <a:ext cx="3204000" cy="756000"/>
          </a:xfrm>
          <a:prstGeom prst="rect">
            <a:avLst/>
          </a:prstGeom>
          <a:solidFill>
            <a:srgbClr val="29463B"/>
          </a:solidFill>
          <a:ln>
            <a:noFill/>
          </a:ln>
        </p:spPr>
      </p:sp>
      <p:sp>
        <p:nvSpPr>
          <p:cNvPr id="47" name="Contatti titolo"/>
          <p:cNvSpPr txBox="1"/>
          <p:nvPr/>
        </p:nvSpPr>
        <p:spPr>
          <a:xfrm>
            <a:off x="360000" y="4338000"/>
            <a:ext cx="306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700" b="1" dirty="0">
                <a:solidFill>
                  <a:srgbClr val="FFFDF8"/>
                </a:solidFill>
                <a:latin typeface="Arial"/>
              </a:rPr>
              <a:t xml:space="preserve">INFORMAZIONI E PRENOTAZIONI</a:t>
            </a:r>
            <a:endParaRPr lang="it-IT" sz="700"/>
          </a:p>
        </p:txBody>
      </p:sp>
      <p:sp>
        <p:nvSpPr>
          <p:cNvPr id="48" name="Link prenotazione"/>
          <p:cNvSpPr txBox="1"/>
          <p:nvPr/>
        </p:nvSpPr>
        <p:spPr>
          <a:xfrm>
            <a:off x="360000" y="4500000"/>
            <a:ext cx="30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620" b="1" dirty="0">
                <a:solidFill>
                  <a:srgbClr val="FFFDF8"/>
                </a:solidFill>
                <a:latin typeface="Arial"/>
              </a:rPr>
              <a:t xml:space="preserve">thaitikmassage.it/prenota.html  ·  WhatsApp  ·  Email</a:t>
            </a:r>
            <a:endParaRPr lang="it-IT" sz="620"/>
          </a:p>
        </p:txBody>
      </p:sp>
      <p:sp>
        <p:nvSpPr>
          <p:cNvPr id="49" name="Link sedi"/>
          <p:cNvSpPr txBox="1"/>
          <p:nvPr/>
        </p:nvSpPr>
        <p:spPr>
          <a:xfrm>
            <a:off x="360000" y="4680000"/>
            <a:ext cx="30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600" b="1" dirty="0">
                <a:solidFill>
                  <a:srgbClr val="FFFDF8"/>
                </a:solidFill>
                <a:latin typeface="Arial"/>
              </a:rPr>
              <a:t xml:space="preserve">Sedi e mappe: thaitikmassage.it/dove-trovarmi.html</a:t>
            </a:r>
            <a:endParaRPr lang="it-IT" sz="600"/>
          </a:p>
        </p:txBody>
      </p:sp>
      <p:sp>
        <p:nvSpPr>
          <p:cNvPr id="50" name="Nota appuntamenti"/>
          <p:cNvSpPr txBox="1"/>
          <p:nvPr/>
        </p:nvSpPr>
        <p:spPr>
          <a:xfrm>
            <a:off x="288000" y="5112000"/>
            <a:ext cx="3204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it-IT" sz="510" b="0" dirty="0">
                <a:solidFill>
                  <a:srgbClr val="71645C"/>
                </a:solidFill>
                <a:latin typeface="Arial"/>
              </a:rPr>
              <a:t xml:space="preserve">Trattamenti per il benessere · Su appuntamento · Verifica sede e disponibilità</a:t>
            </a:r>
            <a:endParaRPr lang="it-IT" sz="5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Tik">
  <a:themeElements>
    <a:clrScheme name="Thai Tik">
      <a:dk1>
        <a:srgbClr val="30251F"/>
      </a:dk1>
      <a:lt1>
        <a:srgbClr val="FFFDF8"/>
      </a:lt1>
      <a:dk2>
        <a:srgbClr val="71645C"/>
      </a:dk2>
      <a:lt2>
        <a:srgbClr val="F4EEE5"/>
      </a:lt2>
      <a:accent1>
        <a:srgbClr val="79432F"/>
      </a:accent1>
      <a:accent2>
        <a:srgbClr val="B48A4D"/>
      </a:accent2>
      <a:accent3>
        <a:srgbClr val="29463B"/>
      </a:accent3>
      <a:accent4>
        <a:srgbClr val="E4D9CA"/>
      </a:accent4>
      <a:accent5>
        <a:srgbClr val="71645C"/>
      </a:accent5>
      <a:accent6>
        <a:srgbClr val="FFFFFF"/>
      </a:accent6>
      <a:hlink>
        <a:srgbClr val="79432F"/>
      </a:hlink>
      <a:folHlink>
        <a:srgbClr val="79432F"/>
      </a:folHlink>
    </a:clrScheme>
    <a:fontScheme name="Thai Tik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Thai Tik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Thai Tik Massage</Application>
  <PresentationFormat>A6 portrait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Volantino Thai Tik Massage A6 per Canva</dc:title>
  <dc:subject>Volantino promozionale fronte-retro A6</dc:subject>
  <dc:language>it-IT</dc:language>
</cp:coreProperties>
</file>